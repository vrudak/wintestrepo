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 snapToObjects="1">
      <p:cViewPr varScale="1">
        <p:scale>
          <a:sx n="77" d="100"/>
          <a:sy n="77" d="100"/>
        </p:scale>
        <p:origin x="72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29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998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945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3313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4218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643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2866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683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75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781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914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D3574-4B83-3E45-AA10-81385723F0F2}" type="datetimeFigureOut">
              <a:rPr lang="uk-UA" smtClean="0"/>
              <a:t>18.06.2025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1BCF0-D511-8249-B351-4CF9DE3DFB4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482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3452-</a:t>
            </a:r>
            <a:r>
              <a:rPr lang="en-US" dirty="0"/>
              <a:t>Ashley</a:t>
            </a:r>
            <a:r>
              <a:rPr lang="uk-UA" dirty="0"/>
              <a:t>К</a:t>
            </a:r>
            <a:r>
              <a:rPr lang="en-US" dirty="0"/>
              <a:t>Borden	514-14-8905	5370-4638-8881-3020	Ashley</a:t>
            </a:r>
            <a:r>
              <a:rPr lang="uk-UA" dirty="0"/>
              <a:t>К</a:t>
            </a:r>
            <a:r>
              <a:rPr lang="en-US" dirty="0"/>
              <a:t>Borden	514-14-8906	5370-4638-8881-3021	Ashley</a:t>
            </a:r>
            <a:r>
              <a:rPr lang="uk-UA" dirty="0"/>
              <a:t>К</a:t>
            </a:r>
            <a:r>
              <a:rPr lang="en-US" dirty="0"/>
              <a:t>Borden	514-14-8907	5370-4638-8881-3022	Ashley</a:t>
            </a:r>
            <a:r>
              <a:rPr lang="uk-UA" dirty="0"/>
              <a:t>К</a:t>
            </a:r>
            <a:r>
              <a:rPr lang="en-US" dirty="0"/>
              <a:t>Borden	514-14-8908	5370-4638-8881-3023	Ashley</a:t>
            </a:r>
            <a:r>
              <a:rPr lang="uk-UA" dirty="0"/>
              <a:t>К</a:t>
            </a:r>
            <a:r>
              <a:rPr lang="en-US" dirty="0"/>
              <a:t>Borden	514-14-8909	5370-4638-8881-3024	Ashley</a:t>
            </a:r>
            <a:r>
              <a:rPr lang="uk-UA" dirty="0"/>
              <a:t>К</a:t>
            </a:r>
            <a:r>
              <a:rPr lang="en-US" dirty="0"/>
              <a:t>Borden	514-14-8910	5370-4638-8881-3025</a:t>
            </a:r>
            <a:br>
              <a:rPr lang="en-US" dirty="0"/>
            </a:br>
            <a:r>
              <a:rPr lang="en-US" dirty="0"/>
              <a:t>Thomas</a:t>
            </a:r>
            <a:r>
              <a:rPr lang="uk-UA" dirty="0"/>
              <a:t>К</a:t>
            </a:r>
            <a:r>
              <a:rPr lang="en-US" dirty="0"/>
              <a:t>Conley	690-05-5315	4916-4811-5814-8111	Thomas</a:t>
            </a:r>
            <a:r>
              <a:rPr lang="uk-UA" dirty="0"/>
              <a:t>К</a:t>
            </a:r>
            <a:r>
              <a:rPr lang="en-US" dirty="0"/>
              <a:t>Conley	690-05-5316	4916-4811-5814-8112	Thomas</a:t>
            </a:r>
            <a:r>
              <a:rPr lang="uk-UA" dirty="0"/>
              <a:t>К</a:t>
            </a:r>
            <a:r>
              <a:rPr lang="en-US" dirty="0"/>
              <a:t>Conley	690-05-5317	4916-4811-5814-8113	Thomas</a:t>
            </a:r>
            <a:r>
              <a:rPr lang="uk-UA" dirty="0"/>
              <a:t>К</a:t>
            </a:r>
            <a:r>
              <a:rPr lang="en-US" dirty="0"/>
              <a:t>Conley	690-05-5318	4916-4811-5814-8114	Thomas</a:t>
            </a:r>
            <a:r>
              <a:rPr lang="uk-UA" dirty="0"/>
              <a:t>К</a:t>
            </a:r>
            <a:r>
              <a:rPr lang="en-US" dirty="0"/>
              <a:t>Conley	690-05-5319	4916-4811-5814-8115	Thomas</a:t>
            </a:r>
            <a:r>
              <a:rPr lang="uk-UA" dirty="0"/>
              <a:t>К</a:t>
            </a:r>
            <a:r>
              <a:rPr lang="en-US" dirty="0"/>
              <a:t>Conley	690-05-5320	4916-4811-5814-8116</a:t>
            </a:r>
            <a:br>
              <a:rPr lang="en-US" dirty="0"/>
            </a:br>
            <a:r>
              <a:rPr lang="en-US" dirty="0"/>
              <a:t>Susan</a:t>
            </a:r>
            <a:r>
              <a:rPr lang="uk-UA" dirty="0"/>
              <a:t>К</a:t>
            </a:r>
            <a:r>
              <a:rPr lang="en-US" dirty="0"/>
              <a:t>Davis	421-37-1396	4916-4034-9269-8783	Susan</a:t>
            </a:r>
            <a:r>
              <a:rPr lang="uk-UA" dirty="0"/>
              <a:t>К</a:t>
            </a:r>
            <a:r>
              <a:rPr lang="en-US" dirty="0"/>
              <a:t>Davis	421-37-1397	4916-4034-9269-8784	Susan</a:t>
            </a:r>
            <a:r>
              <a:rPr lang="uk-UA" dirty="0"/>
              <a:t>К</a:t>
            </a:r>
            <a:r>
              <a:rPr lang="en-US" dirty="0"/>
              <a:t>Daviss</a:t>
            </a:r>
            <a:r>
              <a:rPr lang="uk-UA"/>
              <a:t>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080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62F30-AA26-1C48-B2CB-4CEC4F07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70E09-D7B8-DC45-83EF-9D793C196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0751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0882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3869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6810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984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0461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8735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1991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90736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8085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88662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6354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5882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260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50231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1407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34102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8EDFB-1AAA-D34C-93E2-C85EB8863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br>
              <a:rPr lang="uk-UA" dirty="0"/>
            </a:br>
            <a:endParaRPr lang="uk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FCBFE8-3A48-294B-B550-AB2F635DF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3452-1234-1433-2334</a:t>
            </a:r>
            <a:endParaRPr lang="en-US" dirty="0"/>
          </a:p>
          <a:p>
            <a:r>
              <a:rPr lang="en-US" dirty="0"/>
              <a:t>111-34-5555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8811869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{231361C1-0D4D-E046-972E-E0710CA983C9}tf16401369</Template>
  <TotalTime>4</TotalTime>
  <Words>188</Words>
  <Application>Microsoft Office PowerPoint</Application>
  <PresentationFormat>Широкий екран</PresentationFormat>
  <Paragraphs>54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Calibri Light</vt:lpstr>
      <vt:lpstr>Rockwell</vt:lpstr>
      <vt:lpstr>Wingdings</vt:lpstr>
      <vt:lpstr>Атлас</vt:lpstr>
      <vt:lpstr>3452-AshleyКBorden 514-14-8905 5370-4638-8881-3020 AshleyКBorden 514-14-8906 5370-4638-8881-3021 AshleyКBorden 514-14-8907 5370-4638-8881-3022 AshleyКBorden 514-14-8908 5370-4638-8881-3023 AshleyКBorden 514-14-8909 5370-4638-8881-3024 AshleyКBorden 514-14-8910 5370-4638-8881-3025 ThomasКConley 690-05-5315 4916-4811-5814-8111 ThomasКConley 690-05-5316 4916-4811-5814-8112 ThomasКConley 690-05-5317 4916-4811-5814-8113 ThomasКConley 690-05-5318 4916-4811-5814-8114 ThomasКConley 690-05-5319 4916-4811-5814-8115 ThomasКConley 690-05-5320 4916-4811-5814-8116 SusanКDavis 421-37-1396 4916-4034-9269-8783 SusanКDavis 421-37-1397 4916-4034-9269-8784 SusanКDaviss1234-1433-2334 </vt:lpstr>
      <vt:lpstr>Презентація PowerPoint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  <vt:lpstr>3452-1234-1433-2334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123-34-5555</dc:title>
  <dc:creator>Oleg Mikula</dc:creator>
  <cp:lastModifiedBy>Володимир Рудак</cp:lastModifiedBy>
  <cp:revision>5</cp:revision>
  <cp:lastPrinted>2021-07-17T05:08:06Z</cp:lastPrinted>
  <dcterms:created xsi:type="dcterms:W3CDTF">2021-07-17T05:03:15Z</dcterms:created>
  <dcterms:modified xsi:type="dcterms:W3CDTF">2025-06-18T13:28:15Z</dcterms:modified>
</cp:coreProperties>
</file>